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2" d="100"/>
          <a:sy n="92" d="100"/>
        </p:scale>
        <p:origin x="33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5ED6E-7EA7-8092-0F2F-8B7F85189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CAD09-27B0-DD2A-98BA-04A263D3CC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F46CB-EE4D-1192-413E-8F92D3045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D6B73-0B64-783A-38E0-2D76EEADF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A38A2-4CB4-68E6-62C9-64BAF9E1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89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92DC6-16E0-1C65-B671-87D3B0A7C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D11FA-68BC-CD3D-E718-EFD83E743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7A89F-5103-BFCC-EA1B-EFE4058A1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6497-6785-6262-BE1D-8C14DEC0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A432-A682-F63A-0CE1-1751E2A0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897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54AF-8AF7-0CFC-AA1D-9AD9AE678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45250-CF5F-129B-3A14-E5ACE7275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013B5-CB02-4A5E-3151-60FD0DA2C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59139-C7C8-1403-BD4D-89BED1D8D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9381DB-5C79-8AB7-1B21-C7AA0F250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681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70CEC-32B8-A53A-28CB-5AFF2AC58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C5EE2-DF92-F268-EF04-CFAAC09B99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085F6-5153-72B4-5F98-9DC5A9114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F9653-39E9-219E-3C3F-6ED2BFA63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D5AA03-F9AD-ACD5-58B6-7BC559715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FFED2-63A0-E844-DC38-470DD606E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486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C1A5D-C3D2-DAA5-59B5-759C66E9F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0D512D-FA1E-4140-3444-DAE399C95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37AC6C-A659-0DAA-1E3B-7B41D83C8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64B42-DA2D-D4B1-EEAF-9B2EAB4B90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47BE3D-DF72-7C81-0B24-B9ECA1838C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315CCC-0A4E-8CD2-6D92-176B11965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A8FC1E-68F0-0A21-696B-B1B8AD2E0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8CE792-1596-BBF3-D665-29197F99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016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ADBD5-06EA-9000-1B74-2C90D354B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022CC3-AD0F-BEB9-861B-028658BF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BC623-9E68-3974-B0AB-C20B2A632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7F8E7F-F6DE-09F2-1226-5172F02DE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031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CD368-218F-D535-2A98-AB2954168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C09B66-ACBB-C8E9-7E62-F4766F3A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4AF6E-37F2-F86A-647C-A2F89138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578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38CCF-6302-5DFC-D316-3F79F3E8D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1D00A4-0B69-28D0-6B6F-9E541C0C8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CCF351-A275-E36F-134F-0070DBB47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1E3FC-43B4-1D3F-6A98-97C1E8E2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8E5938-6738-0E1C-2036-C484707B9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73160-D364-4005-03B9-C20C8D184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44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00E0D-D36A-8C44-7556-018611EC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2ACDB8-7AE3-4AD5-BA9A-3A0E8B1089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129B67-89F6-EEE8-C266-8226089351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1F844-64C2-B088-DB47-70BC5AFAB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4AC4FF-B642-084D-C322-B14A0A4E1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57C0C-DB35-BAED-C7FC-B75F74455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287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B3CDE-59D5-2265-957A-B1BF6B446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6DD1A-8DB8-E15B-14CE-8647B73037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3A99D-F674-18CA-B9E0-DAA8A931D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04D2F-8C01-74AB-2A15-59412718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9EA45-2BE6-6782-200A-89D5FC4F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86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AD6C4-C6BC-98CB-FC83-4EF79AB78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75F23-7154-761B-BCE1-41752CCE7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FF04B-793C-FE2D-A782-E6E7DBAE8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49A34-4D73-E330-6370-2A75DB18B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62EE7-633C-71BD-4A30-9B61A096B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704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C3DED8-D21C-FF50-5D4D-B25EACDF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E9D3D6-4772-EC2D-4B30-255DA272BF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7C722-1B45-8776-F7B6-671951985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CF6414-B484-4505-8AD5-059523623ACF}" type="datetimeFigureOut">
              <a:rPr lang="en-IN" smtClean="0"/>
              <a:t>20-05-2026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24911-D80C-51FE-96A2-5B2269D29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70B3-0C24-92DD-2B3B-4E0153C54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B8602-6A1E-4EBF-BEA1-A5FFE3AA121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25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arker size="1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depicts a detailed, realistic, anatomically accurate human skeleton.&#10;&#10;AI-generated content may be incorrect.">
            <a:extLst>
              <a:ext uri="{FF2B5EF4-FFF2-40B4-BE49-F238E27FC236}">
                <a16:creationId xmlns:a16="http://schemas.microsoft.com/office/drawing/2014/main" id="{4798BCCE-1BA8-E0AF-6FA6-97425A309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2353" y="-98322"/>
            <a:ext cx="3486150" cy="6278971"/>
          </a:xfrm>
          <a:prstGeom prst="rect">
            <a:avLst/>
          </a:prstGeom>
        </p:spPr>
      </p:pic>
      <p:pic>
        <p:nvPicPr>
          <p:cNvPr id="9" name="Picture 8" descr="The image depicts a detailed, textured, and somewhat worn ceramic spine, likely an abstract representation rather than a real human spine.&#10;&#10;AI-generated content may be incorrect.">
            <a:extLst>
              <a:ext uri="{FF2B5EF4-FFF2-40B4-BE49-F238E27FC236}">
                <a16:creationId xmlns:a16="http://schemas.microsoft.com/office/drawing/2014/main" id="{CF90E1ED-8DF8-8421-8CC7-9FBFC4B653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755" y="2922870"/>
            <a:ext cx="2771125" cy="393513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4B70A6-D9DA-C1CC-ADC5-97499CBE8F46}"/>
              </a:ext>
            </a:extLst>
          </p:cNvPr>
          <p:cNvSpPr txBox="1"/>
          <p:nvPr/>
        </p:nvSpPr>
        <p:spPr>
          <a:xfrm>
            <a:off x="1416760" y="2120056"/>
            <a:ext cx="751894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atin typeface="Poppins Medium" panose="00000600000000000000" pitchFamily="2" charset="0"/>
                <a:cs typeface="Poppins Medium" panose="00000600000000000000" pitchFamily="2" charset="0"/>
              </a:rPr>
              <a:t>MARROW</a:t>
            </a:r>
            <a:endParaRPr lang="en-IN" sz="8800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5B883-F63B-30EE-62EB-8B1EE7ED62FB}"/>
              </a:ext>
            </a:extLst>
          </p:cNvPr>
          <p:cNvSpPr txBox="1"/>
          <p:nvPr/>
        </p:nvSpPr>
        <p:spPr>
          <a:xfrm>
            <a:off x="571284" y="3390589"/>
            <a:ext cx="6489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Poppins Medium" panose="00000600000000000000" pitchFamily="2" charset="0"/>
                <a:cs typeface="Poppins Medium" panose="00000600000000000000" pitchFamily="2" charset="0"/>
              </a:rPr>
              <a:t>An Integrated Multi-Label Deep Learning Framework for Anatomical and Pathological Classification of Musculoskeletal Radiographs</a:t>
            </a:r>
            <a:endParaRPr lang="en-IN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pic>
        <p:nvPicPr>
          <p:cNvPr id="3" name="Picture 2" descr="The image depicts a minimalistic, circular design with a series of interconnected, abstract lines or patterns radiating from the center.&#10;&#10;AI-generated content may be incorrect.">
            <a:extLst>
              <a:ext uri="{FF2B5EF4-FFF2-40B4-BE49-F238E27FC236}">
                <a16:creationId xmlns:a16="http://schemas.microsoft.com/office/drawing/2014/main" id="{C546FB6F-A122-6288-6515-581D8419029E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29623"/>
            <a:ext cx="1827415" cy="1827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004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Poppins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Tanishq Ray</dc:creator>
  <cp:lastModifiedBy>Tanishq Ray</cp:lastModifiedBy>
  <cp:revision>2</cp:revision>
  <dcterms:created xsi:type="dcterms:W3CDTF">2026-05-17T11:02:07Z</dcterms:created>
  <dcterms:modified xsi:type="dcterms:W3CDTF">2026-05-20T11:33:20Z</dcterms:modified>
</cp:coreProperties>
</file>